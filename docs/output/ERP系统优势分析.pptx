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ERP系统优势分析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面向非标/项目型制造企业的一体化管理平台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4242"/>
                </a:solidFill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系统定位与价值主张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核心功能优势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技术架构优势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成本对比分析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竞品对比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适用客户画像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24242"/>
                </a:solidFill>
              </a:defRPr>
            </a:pPr>
            <a:r>
              <a:t>01 系统定位与价值主张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4242"/>
                </a:solidFill>
              </a:defRPr>
            </a:pPr>
            <a:r>
              <a:t>市场痛点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757575"/>
                </a:solidFill>
              </a:defRPr>
            </a:pPr>
            <a:r>
              <a:t>非标/项目型制造企业面临的信息化困境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通用ERP面向批量生产企业，无法适应'一单一设计'的非标模式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CRM、PLM、ERP、MES各自独立，数据孤岛严重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SAP/Oracle等国际品牌价格昂贵，实施周期长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国产ERP定制能力弱，无法满足个性化需求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项目成本核算困难，物料采购无法追溯到具体项目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4242"/>
                </a:solidFill>
              </a:defRPr>
            </a:pPr>
            <a:r>
              <a:t>我们的解决方案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757575"/>
                </a:solidFill>
              </a:defRPr>
            </a:pPr>
            <a:r>
              <a:t>一套系统解决所有问题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专为非标/项目型制造企业设计，每个项目独立BOM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CRM+PLM+ERP+MES+OA五大系统一体化，数据天然打通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销售订单→项目→BOM→采购→生产→发货，全程可追溯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现代化技术架构，私有化部署，数据安全可控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开源可定制，成本可降低80%以上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24242"/>
                </a:solidFill>
              </a:defRPr>
            </a:pPr>
            <a:r>
              <a:t>02 核心功能优势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24242"/>
                </a:solidFill>
              </a:defRPr>
            </a:pPr>
            <a:r>
              <a:t>六大核心优势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56032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3774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24242"/>
                </a:solidFill>
              </a:defRPr>
            </a:pPr>
            <a:r>
              <a:t>项目型管理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专为非标企业设计</a:t>
            </a:r>
            <a:br/>
            <a:r>
              <a:t>每个项目独立BOM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188720"/>
            <a:ext cx="256032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37160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011680"/>
            <a:ext cx="23774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24242"/>
                </a:solidFill>
              </a:defRPr>
            </a:pPr>
            <a:r>
              <a:t>全流程打通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468880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销售→项目→采购→生产</a:t>
            </a:r>
            <a:br/>
            <a:r>
              <a:t>数据自动流转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188720"/>
            <a:ext cx="256032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37160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011680"/>
            <a:ext cx="23774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24242"/>
                </a:solidFill>
              </a:defRPr>
            </a:pPr>
            <a:r>
              <a:t>状态实时追踪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468880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BOM采购状态全程可视</a:t>
            </a:r>
            <a:br/>
            <a:r>
              <a:t>10种状态精准跟踪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49039"/>
            <a:ext cx="256032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23774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24242"/>
                </a:solidFill>
              </a:defRPr>
            </a:pPr>
            <a:r>
              <a:t>一体化平台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CRM+PLM+ERP+MES+OA</a:t>
            </a:r>
            <a:br/>
            <a:r>
              <a:t>无需多系统集成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3749039"/>
            <a:ext cx="256032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393192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572000"/>
            <a:ext cx="23774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24242"/>
                </a:solidFill>
              </a:defRPr>
            </a:pPr>
            <a:r>
              <a:t>简化流程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5029200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去掉冗余环节</a:t>
            </a:r>
            <a:br/>
            <a:r>
              <a:t>适合中小企业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749039"/>
            <a:ext cx="256032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393192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572000"/>
            <a:ext cx="23774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24242"/>
                </a:solidFill>
              </a:defRPr>
            </a:pPr>
            <a:r>
              <a:t>灵活定制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029200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源码可控</a:t>
            </a:r>
            <a:br/>
            <a:r>
              <a:t>满足个性化需求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4242"/>
                </a:solidFill>
              </a:defRPr>
            </a:pPr>
            <a:r>
              <a:t>销售-项目-采购 深度打通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757575"/>
                </a:solidFill>
              </a:defRPr>
            </a:pPr>
            <a:r>
              <a:t>数据自动流转，无需手工录入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创建项目时可关联销售订单，自动带出客户、金额、交期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项目BOM自动继承，支持按项目筛选和导出询价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采购申请可批量导入，自动匹配项目BOM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BOM采购状态实时更新：未下单→申请中→已批准→已下单→在途→已收货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已关联项目的订单自动从选择列表中移除，防止重复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4242"/>
                </a:solidFill>
              </a:defRPr>
            </a:pPr>
            <a:r>
              <a:t>简化的采购询价流程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757575"/>
                </a:solidFill>
              </a:defRPr>
            </a:pPr>
            <a:r>
              <a:t>去掉不必要的环节，聚焦核心业务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传统ERP：采购申请→询价单→比价→采购订单（流程复杂）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我们的方案：采购申请页面直接导出询价BOM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支持按'有图/无图'、'物料类型'、'版本/品牌'筛选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询价在系统外进行（邮件/微信/电话），更灵活高效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适合非标企业的询价特点：需要和供应商反复沟通技术细节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24242"/>
                </a:solidFill>
              </a:defRPr>
            </a:pPr>
            <a:r>
              <a:t>03 技术架构优势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24242"/>
                </a:solidFill>
              </a:defRPr>
            </a:pPr>
            <a:r>
              <a:t>技术栈对比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8595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组件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传统ERP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我们的系统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前端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Java Swing/JSP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Vue 3 + Element Plus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后端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Java/ABAP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Python Django REST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数据库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Oracle/SQL Server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PostgreSQL（免费）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消息队列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IBM MQ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Redis + Celery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搜索引擎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无/商业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Elasticsearch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部署方式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复杂、依赖多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Docker一键部署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4242"/>
                </a:solidFill>
              </a:defRPr>
            </a:pPr>
            <a:r>
              <a:t>技术优势详解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前端体验：单页应用，操作流畅，无需频繁刷新页面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私有化部署：数据完全自主掌控，安全合规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RESTful API：方便与其他系统集成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Webhook支持：可对接企业微信、钉钉等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源代码可控：可根据业务需求深度定制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二次开发效率高：Python/Vue生态丰富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24242"/>
                </a:solidFill>
              </a:defRPr>
            </a:pPr>
            <a:r>
              <a:t>04 成本对比分析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24242"/>
                </a:solidFill>
              </a:defRPr>
            </a:pPr>
            <a:r>
              <a:t>成本对比（5年TCO）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8595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成本项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SAP/Oracle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用友/金蝶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我们的系统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软件许可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100-500万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20-80万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0（开源）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数据库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50-100万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5-20万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0（PostgreSQL）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实施费用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100-300万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10-50万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可自主实施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年维护费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15-20%许可费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10-15%许可费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二次开发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昂贵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较贵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成本可控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总计（5年）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300-1000万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50-200万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10-50万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4242"/>
                </a:solidFill>
              </a:defRPr>
            </a:pPr>
            <a:r>
              <a:t>成本优势总结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757575"/>
                </a:solidFill>
              </a:defRPr>
            </a:pPr>
            <a:r>
              <a:t>让中小企业也能用得起专业ERP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软件许可费：基于开源技术，无许可费用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数据库费用：使用PostgreSQL，无需Oracle授权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实施费用：系统简洁，可自主实施或低成本外包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维护费用：无强制年度维护费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二次开发：Python/Vue开发效率高，人才市场充裕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总体拥有成本（TCO）可降低80%以上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24242"/>
                </a:solidFill>
              </a:defRPr>
            </a:pPr>
            <a:r>
              <a:t>05 竞品对比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24242"/>
                </a:solidFill>
              </a:defRPr>
            </a:pPr>
            <a:r>
              <a:t>功能对比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8595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功能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SAP B1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用友U8+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金蝶云星空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我们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项目型制造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一般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一般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较好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⭐⭐⭐⭐⭐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PLM集成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单独购买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单独购买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部分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⭐⭐⭐⭐⭐原生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MES集成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单独购买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单独购买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单独购买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⭐⭐⭐⭐原生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实施难度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⭐⭐⭐⭐⭐低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定制灵活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⭐⭐⭐⭐⭐高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总成本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中高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24242"/>
                          </a:solidFill>
                        </a:defRPr>
                      </a:pPr>
                      <a:r>
                        <a:t>⭐⭐⭐⭐⭐低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24242"/>
                </a:solidFill>
              </a:defRPr>
            </a:pPr>
            <a:r>
              <a:t>06 适用客户画像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4242"/>
                </a:solidFill>
              </a:defRPr>
            </a:pPr>
            <a:r>
              <a:t>最适合的企业类型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非标设备制造：自动化设备、专用机械、检测设备等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项目型生产：一单一设计、按订单生产（MTO/ETO）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中小型制造企业：50-500人规模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成长型企业：需要灵活、可扩展的信息化系统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注重数据安全：需要私有化部署的企业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有IT能力：希望自主掌控系统的企业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24242"/>
                </a:solidFill>
              </a:defRPr>
            </a:pPr>
            <a:r>
              <a:t>典型应用场景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757575"/>
                </a:solidFill>
              </a:defRPr>
            </a:pPr>
            <a:r>
              <a:t>从接单到交付的全流程数字化管理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接到客户订单后，创建项目并关联销售订单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技术部门设计BOM，按项目管理物料清单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采购部门根据BOM询价、下单，全程可追溯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生产部门按项目领料、生产、质检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财务部门按项目归集成本、核算利润</a:t>
            </a:r>
          </a:p>
          <a:p>
            <a:pPr>
              <a:spcAft>
                <a:spcPts val="1200"/>
              </a:spcAft>
              <a:defRPr sz="2000">
                <a:solidFill>
                  <a:srgbClr val="424242"/>
                </a:solidFill>
              </a:defRPr>
            </a:pPr>
            <a:r>
              <a:t>• 管理层实时查看项目进度、成本、利润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24242"/>
                </a:solidFill>
              </a:defRPr>
            </a:pPr>
            <a:r>
              <a:t>07 总结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24242"/>
                </a:solidFill>
              </a:defRPr>
            </a:pPr>
            <a:r>
              <a:t>核心卖点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56032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3774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24242"/>
                </a:solidFill>
              </a:defRPr>
            </a:pPr>
            <a:r>
              <a:t>专业定位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专为非标/项目型</a:t>
            </a:r>
            <a:br/>
            <a:r>
              <a:t>制造企业设计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188720"/>
            <a:ext cx="256032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37160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011680"/>
            <a:ext cx="23774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24242"/>
                </a:solidFill>
              </a:defRPr>
            </a:pPr>
            <a:r>
              <a:t>一体化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468880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CRM+PLM+ERP+MES+OA</a:t>
            </a:r>
            <a:br/>
            <a:r>
              <a:t>五位一体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188720"/>
            <a:ext cx="256032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37160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011680"/>
            <a:ext cx="23774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24242"/>
                </a:solidFill>
              </a:defRPr>
            </a:pPr>
            <a:r>
              <a:t>高性价比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468880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TCO降低80%</a:t>
            </a:r>
            <a:br/>
            <a:r>
              <a:t>中小企业可承受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49039"/>
            <a:ext cx="256032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23774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24242"/>
                </a:solidFill>
              </a:defRPr>
            </a:pPr>
            <a:r>
              <a:t>数据安全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私有化部署</a:t>
            </a:r>
            <a:br/>
            <a:r>
              <a:t>完全自主可控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3749039"/>
            <a:ext cx="256032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393192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572000"/>
            <a:ext cx="23774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24242"/>
                </a:solidFill>
              </a:defRPr>
            </a:pPr>
            <a:r>
              <a:t>快速上线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5029200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Docker部署</a:t>
            </a:r>
            <a:br/>
            <a:r>
              <a:t>2周可上线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749039"/>
            <a:ext cx="256032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393192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572000"/>
            <a:ext cx="23774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24242"/>
                </a:solidFill>
              </a:defRPr>
            </a:pPr>
            <a:r>
              <a:t>灵活定制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029200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t>源码可控</a:t>
            </a:r>
            <a:br/>
            <a:r>
              <a:t>满足个性需求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如有疑问，欢迎交流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